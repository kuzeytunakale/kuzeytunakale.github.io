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000" cy="425160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251600"/>
              <a:gd name="textAreaBottom" fmla="*/ 4251960 h 4251600"/>
            </a:gdLst>
            <a:ahLst/>
            <a:cxnLst/>
            <a:rect l="textAreaLeft" t="textAreaTop" r="textAreaRight" b="textAreaBottom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 rot="21111000">
            <a:off x="487800" y="2604240"/>
            <a:ext cx="89996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56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5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5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 rot="21111000">
            <a:off x="683280" y="3502800"/>
            <a:ext cx="8984160" cy="171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Aft>
                <a:spcPts val="118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ctr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ctr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ctr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ctr">
              <a:lnSpc>
                <a:spcPct val="100000"/>
              </a:lnSpc>
              <a:spcAft>
                <a:spcPts val="118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ctr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ctr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ctr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7019640" y="4913640"/>
            <a:ext cx="287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5579640" y="5129640"/>
            <a:ext cx="431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79640" y="4589640"/>
            <a:ext cx="2519640" cy="39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BE2E40-6B02-49C8-B0C9-AA84402BACB0}" type="slidenum"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tr-T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arsayı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80000" cy="425160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251600"/>
              <a:gd name="textAreaBottom" fmla="*/ 4251960 h 4251600"/>
            </a:gdLst>
            <a:ahLst/>
            <a:cxnLst/>
            <a:rect l="textAreaLeft" t="textAreaTop" r="textAreaRight" b="textAreaBottom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 rot="21111000">
            <a:off x="487800" y="2604240"/>
            <a:ext cx="89996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56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5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5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 rot="21111000">
            <a:off x="683280" y="3502800"/>
            <a:ext cx="8984160" cy="171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Aft>
                <a:spcPts val="118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ctr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ctr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ctr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ctr">
              <a:lnSpc>
                <a:spcPct val="100000"/>
              </a:lnSpc>
              <a:spcAft>
                <a:spcPts val="118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ctr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ctr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ctr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ctr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7019640" y="4913640"/>
            <a:ext cx="287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5579640" y="5129640"/>
            <a:ext cx="431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19640" cy="39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AFE8E1-7FB1-4E3E-9853-7107E44AB0D4}" type="slidenum"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tr-T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1098000" y="4392000"/>
            <a:ext cx="8982000" cy="1278000"/>
          </a:xfrm>
          <a:custGeom>
            <a:avLst/>
            <a:gdLst>
              <a:gd name="textAreaLeft" fmla="*/ 0 w 8982000"/>
              <a:gd name="textAreaRight" fmla="*/ 8982360 w 8982000"/>
              <a:gd name="textAreaTop" fmla="*/ 0 h 1278000"/>
              <a:gd name="textAreaBottom" fmla="*/ 1278360 h 1278000"/>
            </a:gdLst>
            <a:ahLst/>
            <a:cxnLst/>
            <a:rect l="textAreaLeft" t="textAreaTop" r="textAreaRight" b="textAreaBottom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0080000" cy="150876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1508760"/>
              <a:gd name="textAreaBottom" fmla="*/ 1509120 h 1508760"/>
            </a:gdLst>
            <a:ahLst/>
            <a:cxnLst/>
            <a:rect l="textAreaLeft" t="textAreaTop" r="textAreaRight" b="textAreaBottom"/>
            <a:pathLst>
              <a:path w="28001" h="4192">
                <a:moveTo>
                  <a:pt x="0" y="4192"/>
                </a:moveTo>
                <a:lnTo>
                  <a:pt x="0" y="0"/>
                </a:lnTo>
                <a:lnTo>
                  <a:pt x="28001" y="0"/>
                </a:lnTo>
                <a:lnTo>
                  <a:pt x="28001" y="191"/>
                </a:lnTo>
                <a:lnTo>
                  <a:pt x="0" y="4192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 rot="21111000">
            <a:off x="89640" y="-158760"/>
            <a:ext cx="89996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tr-TR" sz="36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3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3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515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just">
              <a:lnSpc>
                <a:spcPct val="100000"/>
              </a:lnSpc>
              <a:spcAft>
                <a:spcPts val="856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just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just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just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just">
              <a:lnSpc>
                <a:spcPct val="100000"/>
              </a:lnSpc>
              <a:spcAft>
                <a:spcPts val="85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just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just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7019640" y="4913640"/>
            <a:ext cx="287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5579640" y="5129640"/>
            <a:ext cx="431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7379640" y="4589640"/>
            <a:ext cx="2519640" cy="39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3304A2-9200-41D4-9D74-9EEE26F25D44}" type="slidenum"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tr-T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1098000" y="4392000"/>
            <a:ext cx="8982000" cy="1278000"/>
          </a:xfrm>
          <a:custGeom>
            <a:avLst/>
            <a:gdLst>
              <a:gd name="textAreaLeft" fmla="*/ 0 w 8982000"/>
              <a:gd name="textAreaRight" fmla="*/ 8982360 w 8982000"/>
              <a:gd name="textAreaTop" fmla="*/ 0 h 1278000"/>
              <a:gd name="textAreaBottom" fmla="*/ 1278360 h 1278000"/>
            </a:gdLst>
            <a:ahLst/>
            <a:cxnLst/>
            <a:rect l="textAreaLeft" t="textAreaTop" r="textAreaRight" b="textAreaBottom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0" y="414000"/>
            <a:ext cx="10080000" cy="525600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5256000"/>
              <a:gd name="textAreaBottom" fmla="*/ 5256360 h 5256000"/>
            </a:gdLst>
            <a:ahLst/>
            <a:cxnLst/>
            <a:rect l="textAreaLeft" t="textAreaTop" r="textAreaRight" b="textAreaBottom"/>
            <a:pathLst>
              <a:path w="28001" h="14601">
                <a:moveTo>
                  <a:pt x="0" y="14601"/>
                </a:moveTo>
                <a:lnTo>
                  <a:pt x="508" y="14601"/>
                </a:lnTo>
                <a:lnTo>
                  <a:pt x="28001" y="10664"/>
                </a:lnTo>
                <a:lnTo>
                  <a:pt x="28001" y="0"/>
                </a:lnTo>
                <a:lnTo>
                  <a:pt x="0" y="3999"/>
                </a:lnTo>
                <a:lnTo>
                  <a:pt x="0" y="14601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10080000" cy="171432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1714320"/>
              <a:gd name="textAreaBottom" fmla="*/ 1714680 h 1714320"/>
            </a:gdLst>
            <a:ahLst/>
            <a:cxnLst/>
            <a:rect l="textAreaLeft" t="textAreaTop" r="textAreaRight" b="textAreaBottom"/>
            <a:pathLst>
              <a:path w="28001" h="4763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 rot="21111000">
            <a:off x="91800" y="66960"/>
            <a:ext cx="89996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tr-TR" sz="36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3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3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3640" y="1785240"/>
            <a:ext cx="886968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just">
              <a:lnSpc>
                <a:spcPct val="100000"/>
              </a:lnSpc>
              <a:spcAft>
                <a:spcPts val="859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just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just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just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just">
              <a:lnSpc>
                <a:spcPct val="100000"/>
              </a:lnSpc>
              <a:spcAft>
                <a:spcPts val="85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just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just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just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just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0"/>
          </p:nvPr>
        </p:nvSpPr>
        <p:spPr>
          <a:xfrm>
            <a:off x="7019640" y="4913640"/>
            <a:ext cx="287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1"/>
          </p:nvPr>
        </p:nvSpPr>
        <p:spPr>
          <a:xfrm>
            <a:off x="5579640" y="5129640"/>
            <a:ext cx="431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2"/>
          </p:nvPr>
        </p:nvSpPr>
        <p:spPr>
          <a:xfrm>
            <a:off x="7379640" y="4589640"/>
            <a:ext cx="2519640" cy="39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9E79E3-52ED-4003-A439-7E32C29608CB}" type="slidenum"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tr-T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0080000" cy="246852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2468520"/>
              <a:gd name="textAreaBottom" fmla="*/ 2468880 h 2468520"/>
            </a:gdLst>
            <a:ahLst/>
            <a:cxnLst/>
            <a:rect l="textAreaLeft" t="textAreaTop" r="textAreaRight" b="textAreaBottom"/>
            <a:pathLst>
              <a:path w="28001" h="6858">
                <a:moveTo>
                  <a:pt x="0" y="6858"/>
                </a:moveTo>
                <a:lnTo>
                  <a:pt x="0" y="0"/>
                </a:lnTo>
                <a:lnTo>
                  <a:pt x="28001" y="0"/>
                </a:lnTo>
                <a:lnTo>
                  <a:pt x="28001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 rot="21111000">
            <a:off x="90720" y="740880"/>
            <a:ext cx="89996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tr-TR" sz="36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3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3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3"/>
          </p:nvPr>
        </p:nvSpPr>
        <p:spPr>
          <a:xfrm>
            <a:off x="7019640" y="4913640"/>
            <a:ext cx="287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4"/>
          </p:nvPr>
        </p:nvSpPr>
        <p:spPr>
          <a:xfrm>
            <a:off x="5579640" y="5129640"/>
            <a:ext cx="431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5"/>
          </p:nvPr>
        </p:nvSpPr>
        <p:spPr>
          <a:xfrm>
            <a:off x="7379640" y="4589640"/>
            <a:ext cx="2519640" cy="39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7E7143-0D57-4087-BBDE-5702A3CF83B5}" type="slidenum"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tr-T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rot="20952000">
            <a:off x="223920" y="1917000"/>
            <a:ext cx="9401760" cy="259380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73960" y="2759400"/>
            <a:ext cx="639720" cy="122544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tr-TR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</a:t>
            </a:r>
            <a:endParaRPr lang="tr-T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215640" y="3517560"/>
            <a:ext cx="639720" cy="122544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tr-TR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”</a:t>
            </a:r>
            <a:endParaRPr lang="tr-T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 rot="20952000">
            <a:off x="713880" y="1963800"/>
            <a:ext cx="8654040" cy="24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just">
              <a:lnSpc>
                <a:spcPct val="100000"/>
              </a:lnSpc>
              <a:spcAft>
                <a:spcPts val="1054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just">
              <a:lnSpc>
                <a:spcPct val="100000"/>
              </a:lnSpc>
              <a:spcAft>
                <a:spcPts val="105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21111000">
            <a:off x="605520" y="3508560"/>
            <a:ext cx="89841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fld id="{F505F79F-160F-4D36-802C-3083FF0FEA6F}" type="author">
              <a:rPr lang="tr-T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fld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/>
          <p:nvPr/>
        </p:nvSpPr>
        <p:spPr>
          <a:xfrm>
            <a:off x="1080360" y="3239640"/>
            <a:ext cx="3599280" cy="10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tr-TR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Kuzey Tuna Kale</a:t>
            </a:r>
            <a:endParaRPr lang="tr-T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6634440" y="900000"/>
            <a:ext cx="2445840" cy="35967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1" name="PlaceHolder 1"/>
          <p:cNvSpPr/>
          <p:nvPr/>
        </p:nvSpPr>
        <p:spPr>
          <a:xfrm>
            <a:off x="1440000" y="540000"/>
            <a:ext cx="215964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tr-TR" sz="3300" b="0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About Me</a:t>
            </a:r>
            <a:endParaRPr lang="tr-T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 rot="21111000">
            <a:off x="-2363760" y="112320"/>
            <a:ext cx="9992160" cy="10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dates in my life</a:t>
            </a:r>
            <a:endParaRPr lang="tr-TR" sz="33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" name=""/>
          <p:cNvCxnSpPr/>
          <p:nvPr/>
        </p:nvCxnSpPr>
        <p:spPr>
          <a:xfrm flipV="1">
            <a:off x="465480" y="2815200"/>
            <a:ext cx="9255240" cy="12960"/>
          </a:xfrm>
          <a:prstGeom prst="straightConnector1">
            <a:avLst/>
          </a:prstGeom>
          <a:ln w="7632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4" name=""/>
          <p:cNvSpPr/>
          <p:nvPr/>
        </p:nvSpPr>
        <p:spPr>
          <a:xfrm>
            <a:off x="552240" y="1888560"/>
            <a:ext cx="794160" cy="79344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Birth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Day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30520" y="2723040"/>
            <a:ext cx="197640" cy="197280"/>
          </a:xfrm>
          <a:prstGeom prst="ellipse">
            <a:avLst/>
          </a:prstGeom>
          <a:solidFill>
            <a:srgbClr val="000000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55160" y="3080520"/>
            <a:ext cx="1501200" cy="2880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January 6, 2012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279400" y="1898640"/>
            <a:ext cx="794160" cy="79344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Middle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School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557680" y="2732760"/>
            <a:ext cx="198000" cy="198000"/>
          </a:xfrm>
          <a:prstGeom prst="ellipse">
            <a:avLst/>
          </a:prstGeom>
          <a:solidFill>
            <a:srgbClr val="000000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081400" y="3090600"/>
            <a:ext cx="1190520" cy="2880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2023 - 2026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856240" y="1888920"/>
            <a:ext cx="794160" cy="7938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Primary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School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134520" y="2723040"/>
            <a:ext cx="198360" cy="198360"/>
          </a:xfrm>
          <a:prstGeom prst="ellipse">
            <a:avLst/>
          </a:prstGeom>
          <a:solidFill>
            <a:srgbClr val="000000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657880" y="3080880"/>
            <a:ext cx="1190880" cy="2880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2018 - 2022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742520" y="1888560"/>
            <a:ext cx="793800" cy="79344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High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School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020440" y="2723040"/>
            <a:ext cx="198360" cy="197280"/>
          </a:xfrm>
          <a:prstGeom prst="ellipse">
            <a:avLst/>
          </a:prstGeom>
          <a:solidFill>
            <a:srgbClr val="000000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662960" y="3080520"/>
            <a:ext cx="1191240" cy="2880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2026 - ?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6B43FD-B6F4-47BC-9107-20C90578FE63}" type="slidenum">
              <a:t>2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2"/>
          <p:cNvSpPr/>
          <p:nvPr/>
        </p:nvSpPr>
        <p:spPr>
          <a:xfrm>
            <a:off x="540000" y="1620000"/>
            <a:ext cx="193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rgbClr val="C9211E"/>
                </a:solidFill>
                <a:effectLst/>
                <a:uFillTx/>
                <a:latin typeface="Arial"/>
              </a:rPr>
              <a:t>Eskişehir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/>
          <p:nvPr/>
        </p:nvSpPr>
        <p:spPr>
          <a:xfrm>
            <a:off x="3826800" y="1620360"/>
            <a:ext cx="139284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Düzce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1"/>
          <a:stretch/>
        </p:blipFill>
        <p:spPr>
          <a:xfrm>
            <a:off x="6480360" y="1174680"/>
            <a:ext cx="3221640" cy="14342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59" name=""/>
          <p:cNvPicPr/>
          <p:nvPr/>
        </p:nvPicPr>
        <p:blipFill>
          <a:blip r:embed="rId2"/>
          <a:stretch/>
        </p:blipFill>
        <p:spPr>
          <a:xfrm>
            <a:off x="360000" y="1978920"/>
            <a:ext cx="2159280" cy="32407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0" name=""/>
          <p:cNvPicPr/>
          <p:nvPr/>
        </p:nvPicPr>
        <p:blipFill>
          <a:blip r:embed="rId3"/>
          <a:stretch/>
        </p:blipFill>
        <p:spPr>
          <a:xfrm>
            <a:off x="2700360" y="2484360"/>
            <a:ext cx="3706200" cy="23122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1" name=""/>
          <p:cNvPicPr/>
          <p:nvPr/>
        </p:nvPicPr>
        <p:blipFill>
          <a:blip r:embed="rId4"/>
          <a:stretch/>
        </p:blipFill>
        <p:spPr>
          <a:xfrm>
            <a:off x="6516360" y="2746440"/>
            <a:ext cx="3203280" cy="20019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62" name=""/>
          <p:cNvSpPr/>
          <p:nvPr/>
        </p:nvSpPr>
        <p:spPr>
          <a:xfrm rot="21111000">
            <a:off x="-2359080" y="182160"/>
            <a:ext cx="902340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tr-TR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Cities</a:t>
            </a:r>
            <a:endParaRPr lang="tr-T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F99C519-CA8C-4E3D-8807-1704DC29D5E0}" type="slidenum">
              <a:t>3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"/>
          <p:cNvPicPr/>
          <p:nvPr/>
        </p:nvPicPr>
        <p:blipFill>
          <a:blip r:embed="rId1"/>
          <a:stretch/>
        </p:blipFill>
        <p:spPr>
          <a:xfrm>
            <a:off x="247320" y="1656000"/>
            <a:ext cx="3280320" cy="37796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4" name=""/>
          <p:cNvPicPr/>
          <p:nvPr/>
        </p:nvPicPr>
        <p:blipFill>
          <a:blip r:embed="rId2"/>
          <a:stretch/>
        </p:blipFill>
        <p:spPr>
          <a:xfrm>
            <a:off x="3800520" y="180000"/>
            <a:ext cx="2571120" cy="39369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5" name=""/>
          <p:cNvPicPr/>
          <p:nvPr/>
        </p:nvPicPr>
        <p:blipFill>
          <a:blip r:embed="rId3"/>
          <a:stretch/>
        </p:blipFill>
        <p:spPr>
          <a:xfrm>
            <a:off x="6660000" y="1440360"/>
            <a:ext cx="3064320" cy="395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66" name=""/>
          <p:cNvSpPr/>
          <p:nvPr/>
        </p:nvSpPr>
        <p:spPr>
          <a:xfrm rot="21111000">
            <a:off x="-115200" y="-34920"/>
            <a:ext cx="211932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tr-TR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Düzce</a:t>
            </a:r>
            <a:endParaRPr lang="tr-T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168200" y="1224000"/>
            <a:ext cx="1171440" cy="3459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Akçakoca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464000" y="4212000"/>
            <a:ext cx="1235160" cy="3459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Güzeldere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740000" y="1080000"/>
            <a:ext cx="1095480" cy="3459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Konuralp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1A98D9-945B-48E4-B2F0-082F86E1E06F}" type="slidenum">
              <a:t>4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546840" y="1239840"/>
            <a:ext cx="1467000" cy="558360"/>
          </a:xfrm>
          <a:prstGeom prst="rect">
            <a:avLst/>
          </a:prstGeom>
          <a:solidFill>
            <a:srgbClr val="81D41A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Food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46840" y="2097000"/>
            <a:ext cx="1467000" cy="558360"/>
          </a:xfrm>
          <a:prstGeom prst="rect">
            <a:avLst/>
          </a:prstGeom>
          <a:solidFill>
            <a:srgbClr val="81D41A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Song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6840" y="2954160"/>
            <a:ext cx="1467000" cy="558360"/>
          </a:xfrm>
          <a:prstGeom prst="rect">
            <a:avLst/>
          </a:prstGeom>
          <a:solidFill>
            <a:srgbClr val="81D41A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Film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46840" y="3811680"/>
            <a:ext cx="1467000" cy="558000"/>
          </a:xfrm>
          <a:prstGeom prst="rect">
            <a:avLst/>
          </a:prstGeom>
          <a:solidFill>
            <a:srgbClr val="81D41A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Book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46840" y="4668840"/>
            <a:ext cx="1467000" cy="558360"/>
          </a:xfrm>
          <a:prstGeom prst="rect">
            <a:avLst/>
          </a:prstGeom>
          <a:solidFill>
            <a:srgbClr val="81D41A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Series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198160" y="1537920"/>
            <a:ext cx="917280" cy="360"/>
          </a:xfrm>
          <a:prstGeom prst="line">
            <a:avLst/>
          </a:prstGeom>
          <a:ln w="5724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800" tIns="-64800" rIns="109800" bIns="-648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198160" y="2395080"/>
            <a:ext cx="917280" cy="360"/>
          </a:xfrm>
          <a:prstGeom prst="line">
            <a:avLst/>
          </a:prstGeom>
          <a:ln w="5724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800" tIns="-64800" rIns="109800" bIns="-648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198160" y="3215160"/>
            <a:ext cx="917280" cy="360"/>
          </a:xfrm>
          <a:prstGeom prst="line">
            <a:avLst/>
          </a:prstGeom>
          <a:ln w="5724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800" tIns="-64800" rIns="109800" bIns="-648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198160" y="4072320"/>
            <a:ext cx="917280" cy="360"/>
          </a:xfrm>
          <a:prstGeom prst="line">
            <a:avLst/>
          </a:prstGeom>
          <a:ln w="5724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800" tIns="-64800" rIns="109800" bIns="-648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198160" y="4929480"/>
            <a:ext cx="917280" cy="360"/>
          </a:xfrm>
          <a:prstGeom prst="line">
            <a:avLst/>
          </a:prstGeom>
          <a:ln w="5724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800" tIns="-64800" rIns="109800" bIns="-64800" anchor="ctr">
            <a:noAutofit/>
          </a:bodyPr>
          <a:p>
            <a:pPr/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299040" y="1239840"/>
            <a:ext cx="1467000" cy="55836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Mantı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299040" y="2097000"/>
            <a:ext cx="1467000" cy="558360"/>
          </a:xfrm>
          <a:prstGeom prst="ellipse">
            <a:avLst/>
          </a:prstGeom>
          <a:solidFill>
            <a:srgbClr val="DEE7E5"/>
          </a:solidFill>
          <a:ln w="18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Cambaz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299040" y="1239840"/>
            <a:ext cx="1467000" cy="558360"/>
          </a:xfrm>
          <a:prstGeom prst="ellipse">
            <a:avLst/>
          </a:prstGeom>
          <a:solidFill>
            <a:srgbClr val="DEE7E5"/>
          </a:solidFill>
          <a:ln w="18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Mantı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5188680" y="1165320"/>
            <a:ext cx="2342160" cy="11174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84" name=""/>
          <p:cNvSpPr/>
          <p:nvPr/>
        </p:nvSpPr>
        <p:spPr>
          <a:xfrm>
            <a:off x="3299040" y="2917080"/>
            <a:ext cx="1467000" cy="558360"/>
          </a:xfrm>
          <a:prstGeom prst="ellipse">
            <a:avLst/>
          </a:prstGeom>
          <a:solidFill>
            <a:srgbClr val="DEE7E5"/>
          </a:solidFill>
          <a:ln w="18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Interstaller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299040" y="3774240"/>
            <a:ext cx="2200680" cy="558360"/>
          </a:xfrm>
          <a:prstGeom prst="ellipse">
            <a:avLst/>
          </a:prstGeom>
          <a:solidFill>
            <a:srgbClr val="DEE7E5"/>
          </a:solidFill>
          <a:ln w="18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Lord of the Rings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372480" y="4594320"/>
            <a:ext cx="1907280" cy="558360"/>
          </a:xfrm>
          <a:prstGeom prst="ellipse">
            <a:avLst/>
          </a:prstGeom>
          <a:solidFill>
            <a:srgbClr val="DEE7E5"/>
          </a:solidFill>
          <a:ln w="18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Stranger Things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2"/>
          <a:stretch/>
        </p:blipFill>
        <p:spPr>
          <a:xfrm>
            <a:off x="8042760" y="1165320"/>
            <a:ext cx="1346760" cy="20260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8" name=""/>
          <p:cNvPicPr/>
          <p:nvPr/>
        </p:nvPicPr>
        <p:blipFill>
          <a:blip r:embed="rId3"/>
          <a:stretch/>
        </p:blipFill>
        <p:spPr>
          <a:xfrm>
            <a:off x="5684040" y="2469600"/>
            <a:ext cx="1473840" cy="20278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9" name=""/>
          <p:cNvPicPr/>
          <p:nvPr/>
        </p:nvPicPr>
        <p:blipFill>
          <a:blip r:embed="rId4"/>
          <a:stretch/>
        </p:blipFill>
        <p:spPr>
          <a:xfrm>
            <a:off x="7372080" y="3312720"/>
            <a:ext cx="1467000" cy="20869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0" name=""/>
          <p:cNvSpPr/>
          <p:nvPr/>
        </p:nvSpPr>
        <p:spPr>
          <a:xfrm rot="21111000">
            <a:off x="-1800" y="42840"/>
            <a:ext cx="274788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tr-TR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Things I like</a:t>
            </a:r>
            <a:endParaRPr lang="tr-T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BE53BE7-2F99-4DFC-AE77-ABCC5C436317}" type="slidenum">
              <a:t>5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540360" y="3960000"/>
            <a:ext cx="1439280" cy="71928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Coding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600000" y="2520360"/>
            <a:ext cx="1979640" cy="53928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Nothing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020000" y="1080000"/>
            <a:ext cx="2519640" cy="82764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Reading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 rot="21111000">
            <a:off x="96120" y="242640"/>
            <a:ext cx="299016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tr-TR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Hobbies</a:t>
            </a:r>
            <a:endParaRPr lang="tr-T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9EC041-E5C1-4328-940C-1AC162AF3896}" type="slidenum">
              <a:t>6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246960" y="216000"/>
            <a:ext cx="2452680" cy="22744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6" name=""/>
          <p:cNvSpPr/>
          <p:nvPr/>
        </p:nvSpPr>
        <p:spPr>
          <a:xfrm>
            <a:off x="360360" y="2095200"/>
            <a:ext cx="2339280" cy="107964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Coding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780000" y="3780000"/>
            <a:ext cx="2519280" cy="71928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Nothing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200000" y="2160000"/>
            <a:ext cx="2339280" cy="71928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Reading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241640" y="3355200"/>
            <a:ext cx="738360" cy="4248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90%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860000" y="4788000"/>
            <a:ext cx="510480" cy="3639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2%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172000" y="3060000"/>
            <a:ext cx="510480" cy="3639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8%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6E025C-1D01-4155-A249-329CBEF36B3E}" type="slidenum">
              <a:t>7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320000" y="1049400"/>
            <a:ext cx="1079640" cy="38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3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</a:t>
            </a:r>
            <a:endParaRPr lang="tr-TR" sz="3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E118B7D-AE7D-4C4B-BDE3-FFFAEE5911D9}" type="slidenum">
              <a:t>8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2026-09-16T17:56:14Z</dcterms:created>
  <dc:creator/>
  <dc:description>This work is licensed under a Creative Commons 0 License.
It makes use of the works of William Gathoye.</dc:description>
  <dc:language>tr-TR</dc:language>
  <cp:lastModifiedBy/>
  <dcterms:modified xsi:type="dcterms:W3CDTF">2026-09-16T19:40:45Z</dcterms:modified>
  <cp:revision>7</cp:revision>
  <dc:subject/>
  <dc:title>Progress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